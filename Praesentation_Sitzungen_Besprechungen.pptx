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6E4F0"/>
                </a:solidFill>
              </a:rPr>
              <a:t>Lernfeld 2 | Kapitel 5–5.5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Sitzungen &amp;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Besprechungen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vorbereiten • durchfuehren • nachbereiten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</a:rPr>
              <a:t>Kaufleute fuer Bueromanagement – Berufsschule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896112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Was lernen wir heute?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0292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698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Veranstaltungsarten unterscheiden (Besprechung, Sitzung, Konferenz, Tagung)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50292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013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Besprechungen nach dem 6-W-Prinzip vorbereiten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514600"/>
            <a:ext cx="50292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5328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5146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Eine professionelle Einladung mit allen Pflichtbestandteilen schreiben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246120"/>
            <a:ext cx="50292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2644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2461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Ergebnisprotokoll und Verlaufsprotokoll voneinander abgrenzen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977640"/>
            <a:ext cx="50292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9959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39776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Praxissimulation: Eine Besprechung realitaetsnah durchfuehren und dokumentieren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7375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0"/>
                </a:solidFill>
              </a:rPr>
              <a:t>Lernfeld 2 | KfB | Sitzungen &amp; Besprechungen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87375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896112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Veranstaltungsarten im Ueberblick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65960" cy="3474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Besprechung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0"/>
            <a:ext cx="1783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Kleiner Kreis, konkretes Thema, eher informell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50592" y="1097280"/>
            <a:ext cx="1965960" cy="347472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188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Sitzung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450592" y="17373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828800"/>
            <a:ext cx="1783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Formell, feste Tagesordnung, Protokollpflicht, mehrere Abteilungen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26864" y="1097280"/>
            <a:ext cx="1965960" cy="347472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188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Konferenz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26864" y="17373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1828800"/>
            <a:ext cx="1783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Groesser, oft organisationsueberschreitend, laenger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03136" y="1097280"/>
            <a:ext cx="1965960" cy="34747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3136" y="11887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Tagung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03136" y="17373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94576" y="1828800"/>
            <a:ext cx="1783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Mehrtaetig, ueberregional, thematischer Schwerpunkt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7375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0"/>
                </a:solidFill>
              </a:rPr>
              <a:t>Lernfeld 2 | KfB | Sitzungen &amp; Besprechungen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7375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896112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Besprechung vorbereiten: das 6-W-Prinzip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23360" cy="105156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822960" cy="10515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Warum?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05156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Zweck und Ziel der Besprechung klaeren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4023360" cy="105156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286000"/>
            <a:ext cx="822960" cy="10515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86000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Was?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28600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Tagesordnung mit Themen und TOPs erstellen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520440"/>
            <a:ext cx="4023360" cy="105156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520440"/>
            <a:ext cx="822960" cy="10515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520440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Wer?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52044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Teilnehmer und Rollen festlegen (Leitung, Protokoll)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023360" cy="105156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051560"/>
            <a:ext cx="822960" cy="10515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051560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Wann?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105156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Datum, Uhrzeit, Dauer bestimmen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286000"/>
            <a:ext cx="4023360" cy="105156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286000"/>
            <a:ext cx="822960" cy="10515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286000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Wo?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228600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Ort / Raum reservieren und ausstatten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520440"/>
            <a:ext cx="4023360" cy="105156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520440"/>
            <a:ext cx="822960" cy="10515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520440"/>
            <a:ext cx="822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Wie?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32120" y="352044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Unterlagen vorbereiten, Einladung versenden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7375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0"/>
                </a:solidFill>
              </a:rPr>
              <a:t>Lernfeld 2 | KfB | Sitzungen &amp; Besprechungen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487375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896112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Die Einladung – 8 Pflichtbestandteile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86868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502920" cy="86868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00584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Betreff (Thema erkennbar)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11680"/>
            <a:ext cx="502920" cy="86868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1168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01168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Datum UND Uhrzeit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4023360" cy="86868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017520"/>
            <a:ext cx="502920" cy="86868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01752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01752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Ort (Raum / Adresse)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02336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4023360"/>
            <a:ext cx="502920" cy="86868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02336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02336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Sitzungsleitung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4023360" cy="86868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005840"/>
            <a:ext cx="502920" cy="86868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00584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100584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Protokollfuehrer/-in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201168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011680"/>
            <a:ext cx="502920" cy="86868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01168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0" y="201168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Tagesordnung (TOP-Nr. + Zeit)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3017520"/>
            <a:ext cx="4023360" cy="86868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017520"/>
            <a:ext cx="502920" cy="86868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01752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12080" y="301752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Bitte um Rueckmeldung mit Frist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402336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4023360"/>
            <a:ext cx="502920" cy="86868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402336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12080" y="4023360"/>
            <a:ext cx="3429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Anlagen (falls vorhanden)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87375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0"/>
                </a:solidFill>
              </a:rPr>
              <a:t>Lernfeld 2 | KfB | Sitzungen &amp; Besprechungen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0" y="487375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896112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Protokollarten: Ergebnis vs. Verlauf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931920" cy="365760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393192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Ergebnisprotokoll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7490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Auch: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 Beschlussprotokoll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Haelt nur fest: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- Beschluesse und Massnahmen
- Wer macht Was bis Wann
- Kein Diskussionsverlauf
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In der Praxis: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=&gt; Standardform bei Betriebsversammlungen und Teambesprechungen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3657600"/>
          </a:xfrm>
          <a:prstGeom prst="rect">
            <a:avLst/>
          </a:prstGeom>
          <a:solidFill>
            <a:srgbClr val="FFF2CC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05840"/>
            <a:ext cx="4114800" cy="59436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058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Verlaufsprotokoll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691640"/>
            <a:ext cx="384048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Haelt auch fest: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- Den gesamten Diskussionsverlauf
- Wortbeitraege und Argumente
- Abstimmungsergebnisse im Detail
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In der Praxis: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=&gt; Bei juristisch relevanten Sitzungen (z.B. Aufsichtsrat) oder bei Beschwerden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60520" y="2377440"/>
            <a:ext cx="594360" cy="5943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2377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87375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0"/>
                </a:solidFill>
              </a:rPr>
              <a:t>Lernfeld 2 | KfB | Sitzungen &amp; Besprechungen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7375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896112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Aufbau eines Ergebnisprotokolls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KOPF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560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Thema / Art der Besprechung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Datum, Uhrzeit, Ort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Sitzungsleitung + Protokollfuehrer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Teilnehmerliste (Name, Funktion, anwesend?)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72384" y="2286000"/>
            <a:ext cx="109728" cy="0"/>
          </a:xfrm>
          <a:prstGeom prst="rect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=&gt;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74320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005840"/>
            <a:ext cx="2743200" cy="6400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005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HAUPT-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TEIL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1691640"/>
            <a:ext cx="2560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Gliederung nach TOPs (TOP 1, 2, 3...)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Pro TOP: Ergebnis / Beschluss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Massnahme: Wer – Was – Bis wann?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98464" y="2286000"/>
            <a:ext cx="109728" cy="0"/>
          </a:xfrm>
          <a:prstGeom prst="rect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</a:rPr>
              <a:t>=&gt;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74320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005840"/>
            <a:ext cx="2743200" cy="64008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005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SCHLUSS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1691640"/>
            <a:ext cx="25603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Naechste Besprechung (Datum, Ort)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Ende der Sitzung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Unterschrift Sitzungsleitung + Protokollant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7375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0"/>
                </a:solidFill>
              </a:rPr>
              <a:t>Lernfeld 2 | KfB | Sitzungen &amp; Besprechungen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7375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AUFGABE 1 – Einladung schreiben (AB1)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3200400"/>
          </a:xfrm>
          <a:prstGeom prst="rect">
            <a:avLst/>
          </a:prstGeom>
          <a:solidFill>
            <a:srgbClr val="1A305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5A11"/>
                </a:solidFill>
              </a:rPr>
              <a:t>SZENARIO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822960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</a:rPr>
              <a:t>Du arbeitest in der Abteilung Einkauf der Bueerofix GmbH. Deine Vorgesetzte, Frau Kaufmann, bittet dich, eine Abteilungsbesprechung vorzubereiten.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</a:rPr>
              <a:t>Thema: Planung neuer Bueromöbel Empfangsbereich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</a:rPr>
              <a:t>Termin: Do, 25.06.2026, 10:00–10:45 Uhr | Raum: BR 2, EG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</a:rPr>
              <a:t>Leitung: Frau Kaufmann  |  Protokoll: Herr Meier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</a:rPr>
              <a:t>Eingeladen: Frau Schulz (Controlling), Herr Weber (Facility), Herr Meier (Einkauf)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</a:rPr>
              <a:t>Rueckmeldung bis: Di, 23.06.2026, 12:00 Uhr | Anlagen: 3 Angebote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=&gt; Schreibe jetzt eine vollstaendige, professionelle Einladung auf AB1. Zeit: 12 Minuten.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7375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0"/>
                </a:solidFill>
              </a:rPr>
              <a:t>Lernfeld 2 | KfB | Sitzungen &amp; Besprechungen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0" y="487375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PRAXISSIMULATION – So lauft es ab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640080" cy="64008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51560" y="1097280"/>
            <a:ext cx="7772400" cy="640080"/>
          </a:xfrm>
          <a:prstGeom prst="rect">
            <a:avLst/>
          </a:prstGeom>
          <a:solidFill>
            <a:srgbClr val="1A3050"/>
          </a:solidFill>
          <a:ln w="12700">
            <a:solidFill>
              <a:srgbClr val="446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097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9BDD"/>
                </a:solidFill>
              </a:rPr>
              <a:t>Rollenkarten ausgeben: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10972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</a:rPr>
              <a:t>5 Personen erhalten Rollenkarten: Sitzungsleitung, Einkauf, Lager, Geschaeftsleitung, Azubi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640080" cy="64008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51560" y="2057400"/>
            <a:ext cx="7772400" cy="640080"/>
          </a:xfrm>
          <a:prstGeom prst="rect">
            <a:avLst/>
          </a:prstGeom>
          <a:solidFill>
            <a:srgbClr val="1A3050"/>
          </a:solidFill>
          <a:ln w="12700">
            <a:solidFill>
              <a:srgbClr val="446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057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9BDD"/>
                </a:solidFill>
              </a:rPr>
              <a:t>Beobachter: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0574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</a:rPr>
              <a:t>Alle anderen fuellen waehrend der Simulation das Ergebnisprotokoll (AB2) aus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640080" cy="64008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51560" y="3017520"/>
            <a:ext cx="7772400" cy="640080"/>
          </a:xfrm>
          <a:prstGeom prst="rect">
            <a:avLst/>
          </a:prstGeom>
          <a:solidFill>
            <a:srgbClr val="1A3050"/>
          </a:solidFill>
          <a:ln w="12700">
            <a:solidFill>
              <a:srgbClr val="446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0175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9BDD"/>
                </a:solidFill>
              </a:rPr>
              <a:t>Simulation (10 Min): 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30175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</a:rPr>
              <a:t>Sitzungsleitung eroffnet, fuhrt durch TOPs – realistisch, ohne Unterbrechung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977640"/>
            <a:ext cx="640080" cy="64008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51560" y="3977640"/>
            <a:ext cx="7772400" cy="640080"/>
          </a:xfrm>
          <a:prstGeom prst="rect">
            <a:avLst/>
          </a:prstGeom>
          <a:solidFill>
            <a:srgbClr val="1A3050"/>
          </a:solidFill>
          <a:ln w="12700">
            <a:solidFill>
              <a:srgbClr val="446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3977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9BDD"/>
                </a:solidFill>
              </a:rPr>
              <a:t>Auswertung (5 Min): 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977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0"/>
                </a:solidFill>
              </a:rPr>
              <a:t>Was lief gut? Was fehlt? Protokoll vergleichen – Kriterien auf naechster Folie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7375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0"/>
                </a:solidFill>
              </a:rPr>
              <a:t>Lernfeld 2 | KfB | Sitzungen &amp; Besprechungen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487375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896112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Auswertung: Was macht eine gute Besprechung aus?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6596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Einladung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1965960" cy="320040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45920"/>
            <a:ext cx="17830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Betreff klar formuliert?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Alle 8 Pflichtbestandteile vorhanden?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Tagesordnung vollstaendig?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1005840"/>
            <a:ext cx="196596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10058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Sitzungsleitung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50592" y="1554480"/>
            <a:ext cx="1965960" cy="320040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645920"/>
            <a:ext cx="17830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Eroffnung und Vorstellung der TOPs?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Zeitkontrolle?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Ergebnisse zusammengefasst?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1005840"/>
            <a:ext cx="196596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0058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Teilnehmer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26864" y="1554480"/>
            <a:ext cx="1965960" cy="320040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1645920"/>
            <a:ext cx="17830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Sachliche Beitraege?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Auf Zeitvorgaben geachtet?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Beschluesse klar artikuliert?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03136" y="1005840"/>
            <a:ext cx="196596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3136" y="10058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Protokoll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03136" y="1554480"/>
            <a:ext cx="1965960" cy="320040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94576" y="1645920"/>
            <a:ext cx="17830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Alle TOPs erfasst?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Ergebnisse und Massnahmen?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Wer – Was – Bis wann?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7375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0"/>
                </a:solidFill>
              </a:rPr>
              <a:t>Lernfeld 2 | KfB | Sitzungen &amp; Besprechungen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7375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IHK-Prüfung: Das müsst ihr wissen!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1965960"/>
          </a:xfrm>
          <a:prstGeom prst="rect">
            <a:avLst/>
          </a:prstGeom>
          <a:solidFill>
            <a:srgbClr val="0D2A0D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E90"/>
                </a:solidFill>
              </a:rPr>
              <a:t>Haufige IHK-Aufgabentypen zu diesem Thema: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</a:rPr>
              <a:t>1. Protokollarten unterscheiden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</a:rPr>
              <a:t>2. Einladungsbestandteile benennen oder erkennen (Pflichtbestandteile!)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</a:rPr>
              <a:t>3. Tagesordnungspunkte sinnvoll gliedern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6E4F0"/>
                </a:solidFill>
              </a:rPr>
              <a:t>4. Massnahmenteil eines Protokolls ausfuellen (Wer – Was – Bis wann)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3154680"/>
            <a:ext cx="8595360" cy="59436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54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MERKSATZ: Jede Massnahme braucht: WER macht WAS bis WANN?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1A305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4F0"/>
                </a:solidFill>
              </a:rPr>
              <a:t>8 Pflichtbestandteile einer Einladung: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1879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Betreff | Datum+Uhrzeit | Ort | Leitung | Protokollant | TOPs mit Zeitangaben | Rueckmeldung | Anlagen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7375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0"/>
                </a:solidFill>
              </a:rPr>
              <a:t>Lernfeld 2 | KfB | Sitzungen &amp; Besprechungen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7375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Sitzungen und Besprechungen – LF2 KfB</dc:title>
  <dc:subject>PptxGenJS Presentation</dc:subject>
  <dc:creator>PptxGenJS</dc:creator>
  <cp:lastModifiedBy>PptxGenJS</cp:lastModifiedBy>
  <cp:revision>1</cp:revision>
  <dcterms:created xsi:type="dcterms:W3CDTF">2026-06-15T21:43:33Z</dcterms:created>
  <dcterms:modified xsi:type="dcterms:W3CDTF">2026-06-15T21:43:33Z</dcterms:modified>
</cp:coreProperties>
</file>